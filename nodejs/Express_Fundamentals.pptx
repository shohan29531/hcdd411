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0"/>
            <a:ext cx="12191695" cy="1097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Fundamentals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• Middleware • Validation • Errors • Auth • Testing • Production patterns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Object Computing (Building robust API servers)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be able to build with Express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checklist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 server with clean route organization and middleware structure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with params, query strings, JSON bodies, status codes, and consistent responses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error handling (including async errors) and input validation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foundations: cookies/sessions vs JWT, plus authorization checks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basics: logging, request IDs, CORS, rate limiting, security headers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APIs with Supertest + a test runner (and confidence in refactors)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Why Express?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Node http → productive web framework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Express sits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runs on top of Node’s HTTP server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HTTP (low-level):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715000" cy="38404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Node (low-level)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parse URL, method, body, headers, routing...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res.writeHead(200, { 'Content-Type': 'text/plain'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res.end('ok');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(higher-level):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1417320"/>
            <a:ext cx="5257800" cy="38404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Express (higher-level)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express from 'express';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app.get('/health',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res.status(200).json({ ok: true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app.listen(3000);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53212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solves the repetitive parts: routing, middleware composition, parsing, errors, and common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Express?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+ correctness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without pain: app.get/post/put/delete and expressive route patterns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pipeline: reuse logic (auth, validation, logging, CORS) across many routes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request/response APIs (req.params, req.query, req.body, res.json, res.status)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patterns: error handler, 404 handler, routers, and separation of concerns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5440680"/>
            <a:ext cx="11185855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Express as “structured glue” for your distributed server components.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 mental model: middleware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flows through functions in order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057400" cy="77724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78608" y="1696212"/>
            <a:ext cx="146304" cy="21945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417320"/>
            <a:ext cx="2057400" cy="777240"/>
          </a:xfrm>
          <a:prstGeom prst="roundRect">
            <a:avLst/>
          </a:prstGeom>
          <a:solidFill>
            <a:srgbClr val="E0E7FF"/>
          </a:solidFill>
          <a:ln>
            <a:solidFill>
              <a:srgbClr val="A78BF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18888" y="1696212"/>
            <a:ext cx="146304" cy="21945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17320"/>
            <a:ext cx="2057400" cy="777240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59168" y="1696212"/>
            <a:ext cx="146304" cy="21945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417320"/>
            <a:ext cx="2057400" cy="77724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99448" y="1696212"/>
            <a:ext cx="146304" cy="21945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1417320"/>
            <a:ext cx="205740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514600"/>
            <a:ext cx="11185855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apps are basically an ordered stack of middleware functions. Each middleware can: (1) read/modify req, (2) write to res, or (3) call next() to continue.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Setup + Hello World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scaffolding and a first server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Express project (ESM)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commands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85855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express-app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express-app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ESM (recommended for modern Node)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package.json: add "type": "module"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express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-D nodemon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25196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Keep one repo style (ESM) to avoid import/require confusion.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5166360"/>
            <a:ext cx="11185855" cy="14173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 (scripts snippet)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"module",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"dev": "nodemon server.mjs",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"start": "node server.mjs"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Express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route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85855" cy="4069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server.mjs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express from 'express';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app.get('/', (req, res)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res.status(200).send('Hello from Express!');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app.listen(3000, 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console.log('http://localhost:3000');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532120"/>
            <a:ext cx="11185855" cy="10515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http://localhost:3000/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JSON APIs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res.json() + status codes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85855" cy="3154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app.get('/health', (req, res)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res.status(200).json({ ok: true, time: Date.now()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app.post('/echo', (req, res)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res.status(200).json({ youSent: req.body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75488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read JSON bodies you MUST enable the JSON parser middleware: app.use(express.json())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5669280"/>
            <a:ext cx="11185855" cy="868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must be near the top (before routes)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Routing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params, query strings, and route organization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verbs in Express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CRUD to routes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/items → list items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/items/:id → read one item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/items → create item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/items/:id → replace item (idempotent)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/items/:id → partial update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/items/:id → delete item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11185855" cy="23317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In-memory example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nextId =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[];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app.get('/items', (req, res) =&gt; res.json(items));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app.post('/items',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item = { id: nextId++, ...req.body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items.push(item);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res.status(201).json(item);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params: req.params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values from the path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23774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app.get('/items/:id', (req, res)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Number(req.params.id);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item = items.find(i =&gt; i.id === 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(!item) return res.status(404).json({ error: 'Not found'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res.json(item);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977640"/>
            <a:ext cx="11185855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validate/parse params. req.params are strings.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846320"/>
            <a:ext cx="11185855" cy="1691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Common pitfalls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Number('abc') // NaN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(!Number.isFinite(id)) return res.status(400).json({ error: 'Invalid id' });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strings: req.query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searching, pagination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/items?limit=10&amp;offset=0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/items?search=chair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values are strings (or arrays) → parse them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3566160"/>
            <a:ext cx="11185855" cy="3017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app.get('/items', (req, res) =&gt; {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limit = Math.min(Number(req.query.limit ?? 20), 100);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offset = Math.max(Number(req.query.offset ?? 0), 0);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search = String(req.query.search ?? '').toLowerCase();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out = items;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(search) out = out.filter(i =&gt; String(i.name ?? '').toLowerCase().includes(search));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res.json(out.slice(offset, offset + limit));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split routes into modules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pattern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express.Router() to create a mini-app for a feature area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routers: app.use("/api", apiRouter)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server.mjs small and focused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11185855" cy="28803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routes/items.routes.mjs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Router } from 'express';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Router();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router.get('/', listItems);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router.get('/:id', getItem);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router.post('/', createItem);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router;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server.mjs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itemsRouter from './routes/items.routes.mjs';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app.use('/items', itemsRouter);</a:t>
            </a:r>
            <a:endParaRPr lang="en-US" sz="11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Middleware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logic: parsing, auth, validation, logging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middleware you’ll use constantly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these near the top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14630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app.use(express.urlencoded({ extended: true }));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app.use(express.static('public'));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1118585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express.json() → parses JSON request bodies into req.body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express.urlencoded() → parses form posts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express.static() → serves files (images, CSS, SPA builds)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custom middleware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with (req, res, next)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3154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logger(req, res, next) 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start = Date.now();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res.on('finish', () =&gt; 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ms = Date.now() - start;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console.log(req.method, req.path, res.statusCode, ms + 'ms');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app.use(logger);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502920" y="4800600"/>
            <a:ext cx="11185855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middleware runs in the order you add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5623560"/>
            <a:ext cx="11185855" cy="960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Bad: routes before parser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app.post('/x', (req,res)=&gt;res.json(req.body));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// too late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 and early returns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“Can’t set headers after they are sent”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3977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requireApiKey(req, res, next)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key = req.header('x-api-key');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(key !== process.env.API_KEY)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res.status(401).json({ error: 'Unauthorized' });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app.get('/secret', requireApiKey, (req, res) =&gt;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secret: 123 });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502920" y="553212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return when you send a response early. Otherwise code may continue and try to send again.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Errors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error handling + handle async correctly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error handler (must be last)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identifies it by 4 args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3291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 middleware: (err, req, res, next)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app.use((err, req, res, next)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console.error(err);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status = err.status ?? 500;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res.status(status).json({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error: { message: err.message ?? 'Server error', code: err.code ?? 'INTERNAL'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480060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error middleware AFTER all routes.</a:t>
            </a:r>
            <a:endParaRPr lang="en-US" sz="1800" dirty="0"/>
          </a:p>
          <a:p>
            <a:pPr marL="205740" indent="-20574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error shape so clients can handle errors consistently.</a:t>
            </a:r>
            <a:endParaRPr lang="en-US" sz="1800" dirty="0"/>
          </a:p>
          <a:p>
            <a:pPr marL="205740" indent="-20574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leak stack traces to clients in production.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handler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route matches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12344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res.status(404).json({ error: { message: 'Not found', code: 'NOT_FOUND' } 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404 after routes but before the error handler (or handle both carefully).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977640"/>
            <a:ext cx="11185855" cy="23774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Recommended order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app.use(routes);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app.use(notFound);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app.use(errorHandler);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route handlers: catching errors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need help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async handler throws, you want it to reach your error middleware.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modern Express this is improved, but you should still use a safe pattern.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11185855" cy="3108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Helper wrapper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asyncHandler = (fn) =&gt; (req, res, next) =&gt;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Promise.resolve(fn(req, res, next)).catch(next);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app.get('/boom', asyncHandler(async (req, res) =&gt;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Object.assign(new Error('oops'), { status: 400, code: 'BAD_THING' });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Validation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client 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what and where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concerns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+ validate at the boundary (request → your application).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400 with actionable error messages.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params, query, and body — not just body.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validation close to routes (middleware) and business logic in services.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schema validation middleware (Zod)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Easy, readable, reusable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zod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85855" cy="4434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validate.mjs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z } from 'zod';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createItemSchema = z.object({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z.string().min(1),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price: z.number().nonnegative(),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validateBody(schema)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(req, res, next) =&gt;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parsed = schema.safeParse(req.body);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(!parsed.success)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res.status(400).json({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error: { code: 'VALIDATION', details: parsed.error.flatten() 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req.body = parsed.data;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validation middleware in routes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routes, safer services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38404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validateBody, createItemSchema } from './validate.mjs';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app.post('/items',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validateBody(createItemSchema),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req.body is now typed/validated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item = { id: nextId++, ...req.body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items.push(item);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res.status(201).json(item);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440680"/>
            <a:ext cx="11185855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2C55E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makes your distributed API contract explicit and testable.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CORS + Security Basics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Default-safe web servers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(browser clients)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your frontend origin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cors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85855" cy="26517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cors from 'cors';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origin: ['http://localhost:5173'],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methods: ['GET','POST','PUT','PATCH','DELETE'],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allowedHeaders: ['Content-Type','Authorization'],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credentials: true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02920" y="493776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is enforced by browsers, not by curl/Postman.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58064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origin narrowly in production (not *).</a:t>
            </a:r>
            <a:endParaRPr lang="en-US" sz="1600" dirty="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 cookies/sessions, enable credentials and set sameSite/secure appropriately.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(helmet)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hardening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helmet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85855" cy="11430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helmet from 'helmet';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app.use(helmet());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520440"/>
            <a:ext cx="11185855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common security-related HTTP headers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validate input and handle auth correctly (headers are not enough)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endpoints from abuse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express-rate-limit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85855" cy="3383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rateLimit from 'express-rate-limit';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loginLimiter = rateLimit({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windowMs: 15 * 60 * 1000,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max: 20,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standardHeaders: true,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legacyHeaders: false,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app.post('/auth/login', loginLimiter, loginHandler);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502920" y="5623560"/>
            <a:ext cx="11185855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is a “distributed systems” concern: it protects shared resources (DB, auth, downstream services).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Logging + Config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debuggable and deployable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HTTP requests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morgan or custom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morgan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85855" cy="11430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morgan from 'morgan';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app.use(morgan('combined'));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 systems: structured logs (JSON) + correlation IDs.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617720"/>
            <a:ext cx="11185855" cy="2011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 id middleware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crypto from 'node:crypto';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res, next) =&gt; {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req.header('x-request-id') ?? crypto.randomUUID();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req.id = id;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res.setHeader('x-request-id', id);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 (dotenv)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convenience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dotenv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85855" cy="23317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server.mjs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'dotenv/config';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Number(process.env.PORT ?? 3000);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API_KEY = process.env.API_KEY ?? '';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app.listen(PORT);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4709160"/>
            <a:ext cx="11185855" cy="16459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(DO NOT COMMIT)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PORT=3000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API_KEY=dev-only-secret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Authentication + Authorization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vs JWT, plus practical middleware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the big picture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vs authorization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(AuthN): who is the user?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(AuthZ): what can they do?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approaches: sessions/cookies or JWT tokens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APIs, auth typically becomes middleware: app.use(authMiddleware)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approach (common for APIs)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token on each request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jsonwebtoken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85855" cy="4434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auth/jwt.mjs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jwt from 'jsonwebtoken';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SECRET = process.env.JWT_SECRET ?? 'dev-secret';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signUser(user)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jwt.sign({ sub: user.id, role: user.role }, SECRET, { expiresIn: '1h'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requireAuth(req, res, next)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header = req.header('authorization') ?? '';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[type, token] = header.split(' 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(type !== 'Bearer' || !token) return res.status(401).json({ error: 'Missing token' 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req.user = jwt.verify(token, SECRET);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res.status(401).json({ error: 'Invalid token'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routes with middleware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as a reusable building block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17373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requireAuth } from './auth/jwt.mjs';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app.get('/me', requireAuth, (req, res)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user: req.user 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11185855" cy="3154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Authorization example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requireRole(role)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(req, res, next)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(req.user?.role !== role) return res.status(403).json({ error: 'Forbidden'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app.delete('/items/:id', requireAuth, requireRole('admin'), deleteItem);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(when you build login)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plaintext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bcrypt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85855" cy="16459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bcrypt from 'bcrypt';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hash = await bcrypt.hash(password, 12);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ok = await bcrypt.compare(password, hash);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977640"/>
            <a:ext cx="111858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salt: bcrypt includes a salt internally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cost factor that is slow enough to resist guessing attacks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apps you also add: account lockout, rate limits, MFA, etc.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Testing Express APIs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faster iteration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tests with Supertest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routes without manual clicking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-D vitest supertest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85855" cy="29718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app.mjs (export the app, do NOT listen here)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express from 'express';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app = express();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app.get('/health', (req, res) =&gt; res.json({ ok: true }));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server.mjs (only listen here)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app } from './app.mjs';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app.listen(3000);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502920" y="534924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export app so tests can import it without opening a real port.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API 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Supertest + assertions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37490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health.test.mjs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describe, it, expect } from 'vitest';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 from 'supertest';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app } from './app.mjs';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describe('GET /health',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it('returns ok', async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request(app).get('/health');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expect(res.status).toBe(200);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expect(res.body.ok).toBe(true);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440680"/>
            <a:ext cx="11185855" cy="10515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vitest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11) Production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habits that prevent big outages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response shapes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clients simpler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2103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 response conventions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success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"data": { ... } 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"error": { "code": "VALIDATION", "message": "...", "details": {...} } 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1118585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helps debugging and reduces client-side edge cases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error codes for programmatic handling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request IDs to correlate logs with client failures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for downstream calls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calls can hang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2834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 with fetch + AbortController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controller = new AbortController();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 = setTimeout(() =&gt; controller.abort(), 2000);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fetch('https://example.com/api', { signal: controller.signal });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clearTimeout(t);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70" dirty="0"/>
          </a:p>
        </p:txBody>
      </p:sp>
      <p:sp>
        <p:nvSpPr>
          <p:cNvPr id="7" name="Text 5"/>
          <p:cNvSpPr/>
          <p:nvPr/>
        </p:nvSpPr>
        <p:spPr>
          <a:xfrm>
            <a:off x="502920" y="4526280"/>
            <a:ext cx="11185855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distributed systems, “no timeout” is a bug. Always decide how long you’re willing to wait.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548640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timeouts with retries only when requests are idempotent</a:t>
            </a:r>
            <a:endParaRPr lang="en-US" sz="1600" dirty="0"/>
          </a:p>
          <a:p>
            <a:pPr marL="182880" indent="-18288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circuit-breaker patterns in larger systems (later topics)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in-flight work, then exit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22860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server.mjs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app.listen(PORT);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process.on('SIGTERM', () =&gt;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console.log('SIGTERM');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server.close(() =&gt;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console.log('closed');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process.exit(0);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3886200"/>
            <a:ext cx="11185855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deploy behind a process manager/container, graceful shutdown prevents dropped requests.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507492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accepting new connections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active requests to finish (with a max timeout)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basics (quick wins)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premature optimization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compression for text responses (but measure CPU cost)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aggressively when responses are safe to cache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blocking CPU work on the main thread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limit request body size to prevent abuse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5257800"/>
            <a:ext cx="11185855" cy="1097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Limit JSON body size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app.use(express.json({ limit: '100kb' }));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12) Mini‑Project Blueprint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 path that fits in a few classes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Mini‑project: Tasks API (Express)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routes for /tasks (GET list, GET one, POST, PUT/PATCH, DELETE)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logger + request id, JSON parser, CORS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reject invalid task payloads with 400 + details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Errors: centralized error handler + 404 handler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(optional stretch): JWT protect POST/PUT/DELETE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at least 3 API tests using Supertest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structure (simple + scalable)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teach and grade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85855" cy="49377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app.mjs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server.mjs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tasks.routes.mjs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controllers/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tasks.controller.mjs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middleware/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auth.mjs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validate.mjs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errors.mjs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tasks.service.mjs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tasks.test.mjs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553212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access (MongoDB) as a separate layer when you introduce it later.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Express pitfalls (and fixes)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yourself hours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express.json() → req.body is undefined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returning after res.status(...).json(...) → double-send errors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 errors in async handlers without forwarding to error middleware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order mistakes (CORS, parsers, auth should be early)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 validation → security + stability issues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13) Optional Extras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you have time / strong cohort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(multer)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apps need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85855" cy="822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multer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85855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multer from 'multer';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upload = multer({ dest: 'uploads/' });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app.post('/upload', upload.single('file'), (req, res)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file: req.file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512064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file type/size and never trust filenames.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(OpenAPI/Swagger)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client teams a lot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OpenAPI spec or generate it from code (later)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endpoints, inputs, outputs, auth, and error shapes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distributed teams and long-lived APIs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5440680"/>
            <a:ext cx="11185855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simple README with endpoint examples is a good start.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14) Wrap‑Up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practice next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Wrap-up: Express core checklist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do these, you’re ready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 Express app with parsers, CORS, logging, and routers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REST routes with correct status codes and consistent JSON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reusable middleware (auth, validation, request IDs)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404 + error handling (including async errors)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API tests for the happy path + failure path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DB integration later (clean layers)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532120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78BFA"/>
            </a:solidFill>
          </a:ln>
          <a:effectLst>
            <a:outerShdw sx="100000" sy="100000" kx="0" ky="0" algn="bl" rotWithShape="0" blurRad="25400" dist="25400" dir="270000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when you add MongoDB, keep the API contract stable and swap the storage layer.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Advanced Express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slides for strong cohorts / extra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Router-level middleware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middleware to a subset of routes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are “mini apps” with their own middleware stack.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router.use(...) for router-only middleware.</a:t>
            </a:r>
            <a:endParaRPr lang="en-US" sz="2200" dirty="0"/>
          </a:p>
          <a:p>
            <a:pPr marL="251460" indent="-251460">
              <a:lnSpc>
                <a:spcPct val="112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router with app.use("/api", router).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11185855" cy="36118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router-middleware.mjs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express from 'express';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 = express.Router();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api.use((req, res, next)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console.log('[API]', req.method, req.path);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api.get('/health', (req, res) =&gt; res.json({ ok: true }));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app.use('/api', api);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app.listen(3000, () =&gt; console.log('http://localhost:3000'));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router.param(...)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Validate/transform params once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30" indent="-240030">
              <a:lnSpc>
                <a:spcPct val="112000"/>
              </a:lnSpc>
              <a:buSzPct val="100000"/>
              <a:buChar char="•"/>
            </a:pPr>
            <a:r>
              <a:rPr lang="en-US" sz="2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router.param(name, fn) runs when a matching route is selected.</a:t>
            </a:r>
            <a:endParaRPr lang="en-US" sz="2100" dirty="0"/>
          </a:p>
          <a:p>
            <a:pPr marL="240030" indent="-240030">
              <a:lnSpc>
                <a:spcPct val="112000"/>
              </a:lnSpc>
              <a:buSzPct val="100000"/>
              <a:buChar char="•"/>
            </a:pPr>
            <a:r>
              <a:rPr lang="en-US" sz="2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validate/transform params (string → number, etc.).</a:t>
            </a:r>
            <a:endParaRPr lang="en-US" sz="2100" dirty="0"/>
          </a:p>
          <a:p>
            <a:pPr marL="240030" indent="-240030">
              <a:lnSpc>
                <a:spcPct val="112000"/>
              </a:lnSpc>
              <a:buSzPct val="100000"/>
              <a:buChar char="•"/>
            </a:pPr>
            <a:r>
              <a:rPr lang="en-US" sz="2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repeating the same parsing logic in every route handler.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11185855" cy="36118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param-middleware.mjs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express from 'express';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express.Router();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router.param('taskId', (req, res, next, taskId) =&gt; {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Number(taskId);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(!Number.isInteger(id)) {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res.status(400).json({ error: 'taskId must be an integer' });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req.taskId = id; // attach parsed value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router.get('/tasks/:taskId', (req, res) =&gt; {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taskId: req.taskId });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3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routers (mergeParams)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 model nested resources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8585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30" indent="-240030">
              <a:lnSpc>
                <a:spcPct val="112000"/>
              </a:lnSpc>
              <a:buSzPct val="100000"/>
              <a:buChar char="•"/>
            </a:pPr>
            <a:r>
              <a:rPr lang="en-US" sz="2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routes are nested: /users/:userId/tasks/:taskId</a:t>
            </a:r>
            <a:endParaRPr lang="en-US" sz="2100" dirty="0"/>
          </a:p>
          <a:p>
            <a:pPr marL="240030" indent="-240030">
              <a:lnSpc>
                <a:spcPct val="112000"/>
              </a:lnSpc>
              <a:buSzPct val="100000"/>
              <a:buChar char="•"/>
            </a:pPr>
            <a:r>
              <a:rPr lang="en-US" sz="2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router can access parent params with mergeParams: true</a:t>
            </a:r>
            <a:endParaRPr lang="en-US" sz="2100" dirty="0"/>
          </a:p>
          <a:p>
            <a:pPr marL="240030" indent="-240030">
              <a:lnSpc>
                <a:spcPct val="112000"/>
              </a:lnSpc>
              <a:buSzPct val="100000"/>
              <a:buChar char="•"/>
            </a:pPr>
            <a:r>
              <a:rPr lang="en-US" sz="2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handlers short and makes resource boundaries clear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11185855" cy="36118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8BDF8"/>
            </a:solidFill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nested-router.mjs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express from 'express';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router can see req.params.userId thanks to mergeParams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tasks = express.Router({ mergeParams: true });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tasks.get('/', (req, res) =&gt; {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userId: req.params.userId, tasks: [] });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tasks.get('/:taskId', (req, res) =&gt; {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userId: req.params.userId, taskId: req.params.taskId });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app.use('/users/:userId/tasks', tasks);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app.listen(3000);</a:t>
            </a:r>
            <a:endParaRPr lang="en-US" sz="12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2026-02-20T05:24:15Z</dcterms:created>
  <dcterms:modified xsi:type="dcterms:W3CDTF">2026-02-20T05:24:15Z</dcterms:modified>
</cp:coreProperties>
</file>