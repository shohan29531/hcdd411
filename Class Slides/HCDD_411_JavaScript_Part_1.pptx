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IST 411</a:t>
            </a:r>
          </a:p>
          <a:p>
            <a:r>
              <a:t>JavaScript Syntax – Part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 can choose any Code Editor you want</a:t>
            </a:r>
          </a:p>
          <a:p>
            <a:r>
              <a:t>Visual Studio Code</a:t>
            </a:r>
          </a:p>
          <a:p>
            <a:r>
              <a:t>Recommended extensions:</a:t>
            </a:r>
          </a:p>
          <a:p>
            <a:r>
              <a:t>Live Server</a:t>
            </a:r>
          </a:p>
          <a:p>
            <a:r>
              <a:t>HTML CSS support</a:t>
            </a:r>
          </a:p>
          <a:p>
            <a:r>
              <a:t>Prettier</a:t>
            </a:r>
          </a:p>
          <a:p>
            <a:r>
              <a:t>JavaScript Code Snippets</a:t>
            </a:r>
          </a:p>
          <a:p>
            <a:r>
              <a:t>...</a:t>
            </a:r>
          </a:p>
          <a:p>
            <a:r>
              <a:t>Browser Internet Development Tool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Do We Need JavaScript?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HTML/CSS</a:t>
            </a:r>
          </a:p>
          <a:p>
            <a:r>
              <a:t>Define the content and layout</a:t>
            </a:r>
          </a:p>
          <a:p/>
          <a:p>
            <a:r>
              <a:t>JavaScript</a:t>
            </a:r>
          </a:p>
          <a:p>
            <a:r>
              <a:t>Handle changes and updates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 Code Locations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Inside &lt;head&gt;</a:t>
            </a:r>
          </a:p>
          <a:p>
            <a:r>
              <a:t>Inside &lt;body&gt;</a:t>
            </a:r>
          </a:p>
          <a:p>
            <a:r>
              <a:t>In an external file – highly recommend!</a:t>
            </a:r>
          </a:p>
          <a:p>
            <a:r>
              <a:t>Inline JavaScript – avoid!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Statement terminator</a:t>
            </a:r>
          </a:p>
          <a:p>
            <a:r>
              <a:t>Semi colon character ;</a:t>
            </a:r>
          </a:p>
          <a:p>
            <a:r>
              <a:t>New line character</a:t>
            </a:r>
          </a:p>
          <a:p>
            <a:r>
              <a:t>You can use either terminator</a:t>
            </a:r>
          </a:p>
          <a:p>
            <a:r>
              <a:t>Be consistent in a teamwork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 Comments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 line comment</a:t>
            </a:r>
          </a:p>
          <a:p>
            <a:r>
              <a:t>//</a:t>
            </a:r>
          </a:p>
          <a:p>
            <a:r>
              <a:t>Multiple line comment</a:t>
            </a:r>
          </a:p>
          <a:p>
            <a:r>
              <a:t>/**/</a:t>
            </a:r>
          </a:p>
          <a:p>
            <a:r>
              <a:t>HTML comment</a:t>
            </a:r>
          </a:p>
          <a:p>
            <a:r>
              <a:t>&lt;!-- --&gt;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Declare a variable using var keyword</a:t>
            </a:r>
          </a:p>
          <a:p>
            <a:r>
              <a:t>var numberOfStudents</a:t>
            </a:r>
          </a:p>
          <a:p>
            <a:r>
              <a:t>var studentName = "Sam"</a:t>
            </a:r>
          </a:p>
          <a:p>
            <a:r>
              <a:t>No need to declare data type</a:t>
            </a:r>
          </a:p>
          <a:p>
            <a:r>
              <a:t>Variable name requirements:</a:t>
            </a:r>
          </a:p>
          <a:p>
            <a:r>
              <a:t>Case sensitive</a:t>
            </a:r>
          </a:p>
          <a:p>
            <a:r>
              <a:t>Consist of numbers, letters, $, _</a:t>
            </a:r>
          </a:p>
          <a:p>
            <a:r>
              <a:t>Cannot start with numbers</a:t>
            </a:r>
          </a:p>
          <a:p>
            <a:r>
              <a:t>Cannot use keywords</a:t>
            </a:r>
          </a:p>
          <a:p>
            <a:r>
              <a:t>Use const to declare a constant variable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Basic Data Types</a:t>
            </a:r>
          </a:p>
          <a:p>
            <a:r>
              <a:t>number – including whole numbers and floating-point numbers</a:t>
            </a:r>
          </a:p>
          <a:p>
            <a:r>
              <a:t>string</a:t>
            </a:r>
          </a:p>
          <a:p>
            <a:r>
              <a:t>boolean</a:t>
            </a:r>
          </a:p>
          <a:p>
            <a:r>
              <a:t>undefined</a:t>
            </a:r>
          </a:p>
          <a:p>
            <a:r>
              <a:t>object</a:t>
            </a:r>
          </a:p>
          <a:p>
            <a:r>
              <a:t>Use typeof to tell the data type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Can use functions to convert data type</a:t>
            </a:r>
          </a:p>
          <a:p>
            <a:r>
              <a:t>Convert to number: Number(), parseInt()</a:t>
            </a:r>
          </a:p>
          <a:p>
            <a:r>
              <a:t>Convert to string: String(), toString()</a:t>
            </a:r>
          </a:p>
          <a:p>
            <a:r>
              <a:t>Convert to Boolean: Boolean()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Arithmetic operators</a:t>
            </a:r>
          </a:p>
          <a:p>
            <a:r>
              <a:t>+, -, *, /, %, ++, --</a:t>
            </a:r>
          </a:p>
          <a:p>
            <a:r>
              <a:t>Comparison operators</a:t>
            </a:r>
          </a:p>
          <a:p>
            <a:r>
              <a:t>&gt;, &gt;=, &lt;, &lt;=</a:t>
            </a:r>
          </a:p>
          <a:p>
            <a:r>
              <a:t>== vs ===</a:t>
            </a:r>
          </a:p>
          <a:p>
            <a:r>
              <a:t>!= vs !==</a:t>
            </a:r>
          </a:p>
          <a:p>
            <a:r>
              <a:t>Use ===, !== Over ==, !=</a:t>
            </a:r>
          </a:p>
          <a:p>
            <a:r>
              <a:t>Logical operators</a:t>
            </a:r>
          </a:p>
          <a:p>
            <a:r>
              <a:t>&amp;&amp; (And), || (Or), ! (Not)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 Control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Conditional Statements</a:t>
            </a:r>
          </a:p>
          <a:p>
            <a:r>
              <a:t>if, else if, else</a:t>
            </a:r>
          </a:p>
          <a:p>
            <a:r>
              <a:t>switch</a:t>
            </a:r>
          </a:p>
          <a:p>
            <a:r>
              <a:t>Looping Statements</a:t>
            </a:r>
          </a:p>
          <a:p>
            <a:r>
              <a:t>while</a:t>
            </a:r>
          </a:p>
          <a:p>
            <a:r>
              <a:t>do-while</a:t>
            </a:r>
          </a:p>
          <a:p>
            <a:r>
              <a:t>for</a:t>
            </a:r>
          </a:p>
          <a:p>
            <a:r>
              <a:t>break/continue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function keyword</a:t>
            </a:r>
          </a:p>
          <a:p>
            <a:r>
              <a:t>Syntax:</a:t>
            </a:r>
          </a:p>
          <a:p>
            <a:r>
              <a:t>function myFunction(param1, param2, …)</a:t>
            </a:r>
          </a:p>
          <a:p>
            <a:r>
              <a:t>{</a:t>
            </a:r>
          </a:p>
          <a:p>
            <a:r>
              <a:t>code here</a:t>
            </a:r>
          </a:p>
          <a:p>
            <a:r>
              <a:t>}</a:t>
            </a:r>
          </a:p>
          <a:p>
            <a:r>
              <a:t>Use return keyword to return result if needed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