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6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43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9EAA-1DE4-60C4-39B8-3EC9598A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0797D-DBB1-26AE-3A1B-B976455C4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B3FDA-C59B-F8B5-F6CC-997BAFBCC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868CB-510E-41A1-863D-7A313E650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68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Vr6ukbo2WSc0tjtu5PrVePbGWzPwaiP1VX0Hzy35bTo/edit?usp=shar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su.zoom.us/j/95484469100" TargetMode="External"/><Relationship Id="rId4" Type="http://schemas.openxmlformats.org/officeDocument/2006/relationships/hyperlink" Target="https://psu.zoom.us/j/2698213786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HCDD 411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Distributed-Object Computing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854153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Background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1054577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1054577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23B0B2B-163E-22D3-5B8A-E98B39F45C75}"/>
              </a:ext>
            </a:extLst>
          </p:cNvPr>
          <p:cNvSpPr/>
          <p:nvPr/>
        </p:nvSpPr>
        <p:spPr>
          <a:xfrm>
            <a:off x="548640" y="12115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Name</a:t>
            </a:r>
          </a:p>
          <a:p>
            <a:pPr marL="800100" lvl="1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Md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Touhid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ul Islam </a:t>
            </a:r>
            <a:endParaRPr lang="en-US" sz="2400" b="1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Education</a:t>
            </a:r>
            <a:endParaRPr lang="en-US" sz="2400" dirty="0"/>
          </a:p>
          <a:p>
            <a:pPr marL="800100" lvl="1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Final year Ph.D. candidate at IST</a:t>
            </a:r>
            <a:r>
              <a:rPr lang="en-US" sz="2400" dirty="0"/>
              <a:t>, Penn State (2021 – 2026, Expected)</a:t>
            </a:r>
          </a:p>
          <a:p>
            <a:pPr marL="800100" lvl="1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MS in Informatics from IST, Penn State (2021 - 2024)</a:t>
            </a:r>
          </a:p>
          <a:p>
            <a:pPr marL="800100" lvl="1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BS in CSE from Bangladesh University of Engineering and Technology (2013 - 2017)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</a:rPr>
              <a:t>Instructional Assistant (IA)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45775" cy="4789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buFontTx/>
              <a:buChar char="-"/>
            </a:pPr>
            <a:r>
              <a:rPr lang="en-US" sz="2800" b="1" dirty="0"/>
              <a:t>Harita</a:t>
            </a:r>
            <a:r>
              <a:rPr lang="en-US" sz="2800" dirty="0"/>
              <a:t> Kancheepuram Sundararajan</a:t>
            </a:r>
          </a:p>
          <a:p>
            <a:pPr marL="914400" lvl="1" indent="-457200">
              <a:buFontTx/>
              <a:buChar char="-"/>
            </a:pPr>
            <a:r>
              <a:rPr lang="en-US" sz="2400" dirty="0"/>
              <a:t>Master’s student at IST, Penn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Course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focuses on distributed web application – how to create a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with a client/server architecture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distributed system by using </a:t>
            </a: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restful web application by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jQuery/Angular/Node.js/Express/MongoDB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Heavier focus on practical development than theoretical concepts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class sessions may be scheduled for Assignments/Projects</a:t>
            </a:r>
            <a:endParaRPr lang="en-US" sz="22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1054577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official textbook for this course. But you can find optional reading</a:t>
            </a:r>
            <a:endParaRPr lang="en-US" sz="2000" dirty="0"/>
          </a:p>
          <a:p>
            <a:pPr>
              <a:spcAft>
                <a:spcPts val="10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in Syllabus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from the PSU Library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39" y="395478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is required for this class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specifications in the Syllabus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Activities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79"/>
            <a:ext cx="10545775" cy="338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Assignments: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b="1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Project: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</a:p>
          <a:p>
            <a:pPr marL="304800" indent="-3048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Quizzes: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b="1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&amp; Discussion: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b="1" dirty="0"/>
          </a:p>
        </p:txBody>
      </p:sp>
      <p:sp>
        <p:nvSpPr>
          <p:cNvPr id="5" name="Text 3"/>
          <p:cNvSpPr/>
          <p:nvPr/>
        </p:nvSpPr>
        <p:spPr>
          <a:xfrm>
            <a:off x="914400" y="5153541"/>
            <a:ext cx="7716547" cy="495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Midterm or Final Exam in this course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Assignments (40%)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exercises</a:t>
            </a:r>
            <a:endParaRPr lang="en-US" sz="24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work</a:t>
            </a:r>
            <a:endParaRPr lang="en-US" sz="24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 week or 2 weeks</a:t>
            </a:r>
            <a:endParaRPr lang="en-US" sz="24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1-2 grades may be dropped, depending on overall class performance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(30%)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648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 members each group.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contents will be required for Group Project: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1" y="2834639"/>
            <a:ext cx="9875520" cy="1536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Peer Evaluation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483124"/>
            <a:ext cx="10362895" cy="1048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for a group project will not necessarily be the same for each group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member. Individual group grade adjustments will be made if members are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making adequate contributions, attending meetings or communicating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status.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(20%)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will be assigned to assess your understanding of course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will be multiple-choice questions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quizzes will be in class and you cannot use any outside resources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1-2 scores may be dropped, depending on the class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&amp; Discussion (10%)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Off-class Discussion Activities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 Activities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Presence in class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Makeup/Extra Credit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extra credit is available, it will be listed under an "Extra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Credit" module in Canvas.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mechanism for extra credit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May account for up to 5% of your total grade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Policies: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3485" y="1257514"/>
            <a:ext cx="10545775" cy="2938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Attendance is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recommended</a:t>
            </a:r>
            <a:endParaRPr lang="en-US" sz="2000" b="1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Policy: Late Submissions will result in a 10% deduction per day,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calculated by Canvas. They will not be accepted after 4 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unless other arrangements are made with the instructor.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&amp; Syllabus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leverage Canvas as much as possible.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course-related email, including messages to the instructor,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I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should be sent within Canvas.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the Announcements feature to broadcast important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may change, due dates, Syllabus, so please check Canvas.</a:t>
            </a:r>
            <a:endParaRPr lang="en-US" sz="22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office hours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711200" lvl="1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Mondays and Wednesdays 2:30 pm – 3:30 pm, Appointments only</a:t>
            </a:r>
          </a:p>
          <a:p>
            <a:pPr marL="711200" lvl="1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appointments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here</a:t>
            </a:r>
            <a:endParaRPr lang="en-US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11200" lvl="1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link: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https://psu.zoom.us/j/2698213786</a:t>
            </a:r>
            <a:endParaRPr lang="en-US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11200" lvl="1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slots are available, contact the instructor</a:t>
            </a:r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office hours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711200" lvl="1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and Fridays 9:00 am – 10:30 am</a:t>
            </a:r>
          </a:p>
          <a:p>
            <a:pPr marL="711200" lvl="1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link: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psu.zoom.us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/j/95484469100</a:t>
            </a:r>
            <a:endParaRPr lang="en-US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endParaRPr lang="en-US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until the assignment due date to raise technical issues and/or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is not acceptable </a:t>
            </a:r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24 hours for a response to your email and note that help could</a:t>
            </a:r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For any email, always keep both the instructor and the IA in the loop</a:t>
            </a:r>
            <a:endParaRPr lang="en-US" sz="2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or software: The IST Helpdesk will be available to consult on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problems related to coursework and can loan you a laptop if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temporary problem. They can be reached </a:t>
            </a:r>
            <a:r>
              <a: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athelpdesk@ist.psu.edu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(814) 863-8803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Also visit the IST Helpdesk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for more information.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Environment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2030" y="1051561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create any disturbances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No headphones</a:t>
            </a:r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 Items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Syllabus, understand the rules</a:t>
            </a:r>
            <a:endParaRPr lang="en-US" sz="24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Acknowledgment for Students</a:t>
            </a:r>
            <a:endParaRPr lang="en-US" sz="2400" b="1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Participation &amp; Discussion: Introduction in class</a:t>
            </a:r>
            <a:endParaRPr lang="en-US" sz="24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50453" y="3063240"/>
            <a:ext cx="3466681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questions??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501F-B823-9A4A-2AD8-7B4D77B3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472E0F-BA98-94D4-7A2D-E56FC3851792}"/>
              </a:ext>
            </a:extLst>
          </p:cNvPr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Meet Everyone</a:t>
            </a:r>
            <a:endParaRPr lang="en-US" sz="3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82A5C-9738-FB0B-81FF-1BCDDBCD01FC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6B30D1-515D-2532-0EEC-BCE0B82DF593}"/>
              </a:ext>
            </a:extLst>
          </p:cNvPr>
          <p:cNvSpPr/>
          <p:nvPr/>
        </p:nvSpPr>
        <p:spPr>
          <a:xfrm>
            <a:off x="914400" y="1325880"/>
            <a:ext cx="1054577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762000" lvl="1" indent="-304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</a:p>
          <a:p>
            <a:pPr marL="762000" lvl="1" indent="-304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</a:p>
          <a:p>
            <a:pPr marL="762000" lvl="1" indent="-304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</a:t>
            </a:r>
          </a:p>
          <a:p>
            <a:pPr marL="762000" lvl="1" indent="-304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particular reason/(s) for taking the course</a:t>
            </a:r>
          </a:p>
          <a:p>
            <a:pPr marL="762000" lvl="1" indent="-304800">
              <a:spcAft>
                <a:spcPts val="1000"/>
              </a:spcAft>
              <a:buSzPct val="10000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7809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6484</TotalTime>
  <Words>764</Words>
  <Application>Microsoft Macintosh PowerPoint</Application>
  <PresentationFormat>Widescreen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Penn State 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411 Course Introduction</dc:title>
  <dc:subject>IST 411 Course Introduction</dc:subject>
  <dc:creator>Converted from PDF</dc:creator>
  <cp:lastModifiedBy>Islam, Md Touhidul</cp:lastModifiedBy>
  <cp:revision>7</cp:revision>
  <dcterms:created xsi:type="dcterms:W3CDTF">2026-01-05T16:14:49Z</dcterms:created>
  <dcterms:modified xsi:type="dcterms:W3CDTF">2026-01-12T07:38:43Z</dcterms:modified>
</cp:coreProperties>
</file>